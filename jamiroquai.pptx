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8292"/>
    <a:srgbClr val="3D3D3D"/>
    <a:srgbClr val="58646E"/>
    <a:srgbClr val="BDC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AA63-F986-6B40-B121-D24B278DA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BE548-AA35-30D5-BDEF-68EEE1B5A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F1CF2-A6BC-116D-4426-2D8BCAC9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39AFB-B2E6-90B7-3C43-7A704600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BE9A-16BB-A72F-DDEA-031FC379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54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A66-60C3-921B-F7EC-D55A3EF4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D2612-DFFA-84CA-5FCE-4298D0F6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1813E-4198-8456-8F80-CCF3A2A9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955D7-CCCF-AB4C-4117-0D19F084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D3626-F211-28A6-7D29-754D7D88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23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EC01-C3C1-15FA-E032-2318F6D1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30DC2-74A0-881D-B66E-3AEFE3A5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F49E4-D76B-E903-0EA3-D1CB8B70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D6508-8274-424A-9D37-3C015B48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8882F-FA5B-8DEB-ACE8-34C54705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73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8F37-F517-BA14-09CB-20AFE137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CDE3C-6A81-6D6B-31FC-3D09FF605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D3D68-CBD4-5E15-0B12-CB29358AE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5754A-D274-78A0-DFBD-BB5C9AA8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37EE6-14E8-AA48-6F85-0F68173D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3ED3F-D44F-7C9A-A05B-EB21EBD0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03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23C2-F0F5-9A09-61A7-7CA85FE5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E41D2-5207-51BE-2D7F-14187FA3B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2EB7B-7982-D9D7-469B-48AFBBF89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F5C4C-F07C-5C0E-DE8A-D6BB8699E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4E394-2BE4-5C57-74B5-DCBE78117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8E756-D377-8AA0-76F0-C0ACE755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8428F-5CA2-31E7-8E5D-3F3E8157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7A8FDB-814D-CECB-483E-E971B7A2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32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70F2-7778-0E64-FB35-EC859F69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B941D-4DB8-A99C-9DA2-343F00AC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F56A6-0E55-8BEE-1B8A-427185F6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B19A7-EB74-F432-6ECB-473F82F1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41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4A105-6454-A73D-80ED-A6F54637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4881B-D4F5-0D01-3A6F-3EA5DD7C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D630A-0AFB-2807-A82C-58B60E5C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83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1C25-8273-99DA-7F28-C590D1F9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D945-AF91-F286-9EC3-7C2515DF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89B0D-0515-EE05-609C-51435EA1A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8119B-882D-1970-8A2F-08BA448F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90015-DB9A-7E23-EE8B-1CDBBBDA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0EB01-D037-4C47-766E-9DF82A07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6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11E48-FB69-AD61-3E19-CA0098E2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DFEBB-94E0-E236-9BD1-AFAF2EF77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5219-60E2-DD5E-54B1-62A550375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9B569-682A-0D2E-3ACD-17729FBC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57246-D972-EF52-9E4D-F273E72A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F8E02-B690-3646-1834-4B747A34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0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E26A-54BD-4878-19E9-D23A0B99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652C8-C2D6-C0C0-3CDF-DA8CA5688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6147F-972D-12CB-4B53-5300BCF4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CDC3E-D27C-4AF7-4A1C-1B34861DD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AF1C8-3A3D-9029-D268-2333C464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78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727F3-3A0A-60A0-A17F-53054FE17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E6F72-EDFB-3B68-659A-F680C7A5E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6BB89-B747-DC14-9039-56D2AF42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2AC49-F9A9-9D8D-9F16-704B0EBE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DFB7-8CA8-27EF-BEE9-B464002A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86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7F84E-C19D-7A51-1EC1-C8CB7243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38156-399D-2AD0-F95D-7B634DB8C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8AE0A-170A-4FF6-7B9C-3D2B558D9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1587A-B6FB-4401-A6C6-1A4A706EC301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E2897-E0E8-D950-58F7-A451F20CB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873C3-002F-12AF-42D8-08CBC1543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4B64C-FCA0-4A5E-B7B3-94D2379C3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67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BC1AAE-86CA-9F60-9207-D0A3AB36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7"/>
          <a:stretch/>
        </p:blipFill>
        <p:spPr>
          <a:xfrm>
            <a:off x="258311" y="168567"/>
            <a:ext cx="8001000" cy="59312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9403F8-0CE7-B7F6-FA82-0F436C60B271}"/>
              </a:ext>
            </a:extLst>
          </p:cNvPr>
          <p:cNvSpPr/>
          <p:nvPr/>
        </p:nvSpPr>
        <p:spPr>
          <a:xfrm>
            <a:off x="1201373" y="3558580"/>
            <a:ext cx="1080000" cy="1080000"/>
          </a:xfrm>
          <a:prstGeom prst="rect">
            <a:avLst/>
          </a:prstGeom>
          <a:solidFill>
            <a:srgbClr val="BDC7CF"/>
          </a:solidFill>
          <a:ln w="25400">
            <a:solidFill>
              <a:srgbClr val="3D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E89A99-8E05-5DA6-0D15-361C56F1F0E5}"/>
              </a:ext>
            </a:extLst>
          </p:cNvPr>
          <p:cNvSpPr/>
          <p:nvPr/>
        </p:nvSpPr>
        <p:spPr>
          <a:xfrm>
            <a:off x="1696605" y="4053177"/>
            <a:ext cx="89535" cy="90805"/>
          </a:xfrm>
          <a:prstGeom prst="ellipse">
            <a:avLst/>
          </a:prstGeom>
          <a:solidFill>
            <a:srgbClr val="586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AE06D-8BB9-843C-A477-6F29F35F3ECB}"/>
              </a:ext>
            </a:extLst>
          </p:cNvPr>
          <p:cNvSpPr/>
          <p:nvPr/>
        </p:nvSpPr>
        <p:spPr>
          <a:xfrm>
            <a:off x="9074552" y="1516284"/>
            <a:ext cx="1493134" cy="1516283"/>
          </a:xfrm>
          <a:prstGeom prst="rect">
            <a:avLst/>
          </a:prstGeom>
          <a:solidFill>
            <a:srgbClr val="7582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64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C47410-5963-24DB-7904-24EEB346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984" y="1912064"/>
            <a:ext cx="1103472" cy="11034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7266BE-EBFC-6AC2-FD8C-EB6581B2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560" y="502920"/>
            <a:ext cx="1518920" cy="1518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C3A9EA-23A3-2359-5309-DC4CF60513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44" t="23111" r="53106" b="14519"/>
          <a:stretch/>
        </p:blipFill>
        <p:spPr>
          <a:xfrm>
            <a:off x="1026160" y="300190"/>
            <a:ext cx="4815840" cy="625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1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390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10</cp:revision>
  <dcterms:created xsi:type="dcterms:W3CDTF">2025-11-17T04:09:22Z</dcterms:created>
  <dcterms:modified xsi:type="dcterms:W3CDTF">2025-11-21T08:51:43Z</dcterms:modified>
</cp:coreProperties>
</file>